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Canteen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Food Ordering Web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Automates canteen ordering system</a:t>
            </a:r>
          </a:p>
          <a:p>
            <a:r>
              <a:t>Browse menu and place orders easily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Django</a:t>
            </a:r>
          </a:p>
          <a:p>
            <a:r>
              <a:t>Frontend: HTML, CSS</a:t>
            </a:r>
          </a:p>
          <a:p>
            <a:r>
              <a:t>Database: SQLite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Menu Display</a:t>
            </a:r>
          </a:p>
          <a:p>
            <a:r>
              <a:t>Cart System</a:t>
            </a:r>
          </a:p>
          <a:p>
            <a:r>
              <a:t>Checkout</a:t>
            </a:r>
          </a:p>
          <a:p>
            <a:r>
              <a:t>OTP Login</a:t>
            </a:r>
          </a:p>
          <a:p>
            <a:r>
              <a:t>Wishlist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C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Tables: FoodItem, Order, User, Wishlist</a:t>
            </a:r>
          </a:p>
          <a:p>
            <a:r>
              <a:t>Uses Django 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Menu → Cart → Checkout → Order Stored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F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</a:t>
            </a:r>
          </a:p>
          <a:p>
            <a:r>
              <a:t>User-friendly</a:t>
            </a:r>
          </a:p>
          <a:p>
            <a:r>
              <a:t>Reduces manual 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4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MySQL</a:t>
            </a:r>
          </a:p>
          <a:p>
            <a:r>
              <a:t>Payment Gateway</a:t>
            </a:r>
          </a:p>
          <a:p>
            <a:r>
              <a:t>AI Recommendations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