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110" d="100"/>
          <a:sy n="110" d="100"/>
        </p:scale>
        <p:origin x="8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Canteen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Django Web Application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canteen ordering system</a:t>
            </a:r>
          </a:p>
          <a:p>
            <a:r>
              <a:t>Users can browse menu and place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Django</a:t>
            </a:r>
          </a:p>
          <a:p>
            <a:r>
              <a:t>Frontend: HTML, CSS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Menu Display</a:t>
            </a:r>
          </a:p>
          <a:p>
            <a:r>
              <a:t>Cart System</a:t>
            </a:r>
          </a:p>
          <a:p>
            <a:r>
              <a:t>Checkout</a:t>
            </a:r>
          </a:p>
          <a:p>
            <a:r>
              <a:t>Admin Panel</a:t>
            </a:r>
          </a:p>
          <a:p>
            <a:r>
              <a:t>OTP Login (basic)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FoodItem</a:t>
            </a:r>
          </a:p>
          <a:p>
            <a:r>
              <a:t>Order</a:t>
            </a:r>
          </a:p>
          <a:p>
            <a:r>
              <a:t>User</a:t>
            </a:r>
          </a:p>
          <a:p>
            <a:r>
              <a:t>Wishlist</a:t>
            </a:r>
          </a:p>
          <a:p>
            <a:r>
              <a:t>Relationships via Foreign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Menu → Cart → Checkout → Order Stored in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</a:t>
            </a:r>
          </a:p>
          <a:p>
            <a:r>
              <a:t>Menu</a:t>
            </a:r>
          </a:p>
          <a:p>
            <a:r>
              <a:t>Cart</a:t>
            </a:r>
          </a:p>
          <a:p>
            <a:r>
              <a:t>Checkout</a:t>
            </a:r>
          </a:p>
          <a:p>
            <a:r>
              <a:t>Login</a:t>
            </a:r>
          </a:p>
          <a:p>
            <a:r>
              <a:t>Wishlist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r>
              <a:t>Fast ordering</a:t>
            </a:r>
          </a:p>
          <a:p>
            <a:r>
              <a:t>Digital system reduces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UI</a:t>
            </a:r>
          </a:p>
          <a:p>
            <a:r>
              <a:t>No real payment gateway</a:t>
            </a:r>
          </a:p>
          <a:p>
            <a:r>
              <a:t>OTP demo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Integration</a:t>
            </a:r>
          </a:p>
          <a:p>
            <a:r>
              <a:t>Razorpay Payment</a:t>
            </a:r>
          </a:p>
          <a:p>
            <a:r>
              <a:t>Advanced UI</a:t>
            </a:r>
          </a:p>
          <a:p>
            <a:r>
              <a:t>Recommendation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Django ORM?</a:t>
            </a:r>
          </a:p>
          <a:p>
            <a:r>
              <a:t>2. Why SQLite used?</a:t>
            </a:r>
          </a:p>
          <a:p>
            <a:r>
              <a:t>3. What is Foreign Key?</a:t>
            </a:r>
          </a:p>
          <a:p>
            <a:r>
              <a:t>4. How cart works?</a:t>
            </a:r>
          </a:p>
          <a:p>
            <a:r>
              <a:t>5. Difference between GET &amp; POST?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150</Words>
  <Application>Microsoft Macintosh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Smart Canteen System</vt:lpstr>
      <vt:lpstr>Project Overview</vt:lpstr>
      <vt:lpstr>Technology Stack</vt:lpstr>
      <vt:lpstr>Key Features</vt:lpstr>
      <vt:lpstr>Database Design</vt:lpstr>
      <vt:lpstr>Workflow</vt:lpstr>
      <vt:lpstr>UI Pages</vt:lpstr>
      <vt:lpstr>Advantages</vt:lpstr>
      <vt:lpstr>Limitations</vt:lpstr>
      <vt:lpstr>Future Scope</vt:lpstr>
      <vt:lpstr>Viva Questions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Sanjana Kushwaha</cp:lastModifiedBy>
  <cp:revision>1</cp:revision>
  <dcterms:created xsi:type="dcterms:W3CDTF">2013-01-27T09:14:16Z</dcterms:created>
  <dcterms:modified xsi:type="dcterms:W3CDTF">2026-04-24T11:27:52Z</dcterms:modified>
  <cp:category/>
</cp:coreProperties>
</file>